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Agrandir" panose="020B0604020202020204" charset="0"/>
      <p:regular r:id="rId13"/>
    </p:embeddedFont>
    <p:embeddedFont>
      <p:font typeface="Agrandir Bold" panose="020B0604020202020204" charset="0"/>
      <p:regular r:id="rId14"/>
    </p:embeddedFont>
    <p:embeddedFont>
      <p:font typeface="Poppins Bold" panose="00000800000000000000" pitchFamily="2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svg"/><Relationship Id="rId7" Type="http://schemas.openxmlformats.org/officeDocument/2006/relationships/image" Target="../media/image2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259459" y="7701878"/>
            <a:ext cx="3655241" cy="3400520"/>
          </a:xfrm>
          <a:custGeom>
            <a:avLst/>
            <a:gdLst/>
            <a:ahLst/>
            <a:cxnLst/>
            <a:rect l="l" t="t" r="r" b="b"/>
            <a:pathLst>
              <a:path w="3655241" h="3400520">
                <a:moveTo>
                  <a:pt x="0" y="0"/>
                </a:moveTo>
                <a:lnTo>
                  <a:pt x="3655241" y="0"/>
                </a:lnTo>
                <a:lnTo>
                  <a:pt x="3655241" y="3400520"/>
                </a:lnTo>
                <a:lnTo>
                  <a:pt x="0" y="3400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17018856" y="7701878"/>
            <a:ext cx="3655241" cy="3400520"/>
          </a:xfrm>
          <a:custGeom>
            <a:avLst/>
            <a:gdLst/>
            <a:ahLst/>
            <a:cxnLst/>
            <a:rect l="l" t="t" r="r" b="b"/>
            <a:pathLst>
              <a:path w="3655241" h="3400520">
                <a:moveTo>
                  <a:pt x="0" y="3400520"/>
                </a:moveTo>
                <a:lnTo>
                  <a:pt x="3655241" y="3400520"/>
                </a:lnTo>
                <a:lnTo>
                  <a:pt x="3655241" y="0"/>
                </a:lnTo>
                <a:lnTo>
                  <a:pt x="0" y="0"/>
                </a:lnTo>
                <a:lnTo>
                  <a:pt x="0" y="34005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5211274" y="6040259"/>
            <a:ext cx="568734" cy="3637251"/>
          </a:xfrm>
          <a:custGeom>
            <a:avLst/>
            <a:gdLst/>
            <a:ahLst/>
            <a:cxnLst/>
            <a:rect l="l" t="t" r="r" b="b"/>
            <a:pathLst>
              <a:path w="568734" h="3637251">
                <a:moveTo>
                  <a:pt x="0" y="0"/>
                </a:moveTo>
                <a:lnTo>
                  <a:pt x="568733" y="0"/>
                </a:lnTo>
                <a:lnTo>
                  <a:pt x="568733" y="3637250"/>
                </a:lnTo>
                <a:lnTo>
                  <a:pt x="0" y="363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850702" y="3678395"/>
            <a:ext cx="4738793" cy="4161522"/>
          </a:xfrm>
          <a:custGeom>
            <a:avLst/>
            <a:gdLst/>
            <a:ahLst/>
            <a:cxnLst/>
            <a:rect l="l" t="t" r="r" b="b"/>
            <a:pathLst>
              <a:path w="4738793" h="4161522">
                <a:moveTo>
                  <a:pt x="0" y="0"/>
                </a:moveTo>
                <a:lnTo>
                  <a:pt x="4738793" y="0"/>
                </a:lnTo>
                <a:lnTo>
                  <a:pt x="4738793" y="4161522"/>
                </a:lnTo>
                <a:lnTo>
                  <a:pt x="0" y="4161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08170">
            <a:off x="10366643" y="2120825"/>
            <a:ext cx="1554276" cy="1297114"/>
          </a:xfrm>
          <a:custGeom>
            <a:avLst/>
            <a:gdLst/>
            <a:ahLst/>
            <a:cxnLst/>
            <a:rect l="l" t="t" r="r" b="b"/>
            <a:pathLst>
              <a:path w="1554276" h="1297114">
                <a:moveTo>
                  <a:pt x="0" y="0"/>
                </a:moveTo>
                <a:lnTo>
                  <a:pt x="1554277" y="0"/>
                </a:lnTo>
                <a:lnTo>
                  <a:pt x="1554277" y="1297115"/>
                </a:lnTo>
                <a:lnTo>
                  <a:pt x="0" y="12971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59474" y="778323"/>
            <a:ext cx="500755" cy="500755"/>
          </a:xfrm>
          <a:custGeom>
            <a:avLst/>
            <a:gdLst/>
            <a:ahLst/>
            <a:cxnLst/>
            <a:rect l="l" t="t" r="r" b="b"/>
            <a:pathLst>
              <a:path w="500755" h="500755">
                <a:moveTo>
                  <a:pt x="0" y="0"/>
                </a:moveTo>
                <a:lnTo>
                  <a:pt x="500755" y="0"/>
                </a:lnTo>
                <a:lnTo>
                  <a:pt x="500755" y="500754"/>
                </a:lnTo>
                <a:lnTo>
                  <a:pt x="0" y="5007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72694" y="1543584"/>
            <a:ext cx="6004350" cy="1780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486"/>
              </a:lnSpc>
              <a:spcBef>
                <a:spcPct val="0"/>
              </a:spcBef>
            </a:pPr>
            <a:r>
              <a:rPr lang="en-US" sz="10442" b="1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Kompass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46374" y="2798676"/>
            <a:ext cx="301177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19"/>
              </a:lnSpc>
              <a:spcBef>
                <a:spcPct val="0"/>
              </a:spcBef>
            </a:pPr>
            <a:r>
              <a:rPr lang="en-US" sz="2199" dirty="0">
                <a:solidFill>
                  <a:srgbClr val="737373"/>
                </a:solidFill>
                <a:latin typeface="Agrandir"/>
                <a:ea typeface="Agrandir"/>
                <a:cs typeface="Agrandir"/>
                <a:sym typeface="Agrandir"/>
              </a:rPr>
              <a:t>Navigate Together</a:t>
            </a:r>
          </a:p>
        </p:txBody>
      </p:sp>
      <p:sp>
        <p:nvSpPr>
          <p:cNvPr id="10" name="Freeform 10"/>
          <p:cNvSpPr/>
          <p:nvPr/>
        </p:nvSpPr>
        <p:spPr>
          <a:xfrm rot="-5038628" flipH="1">
            <a:off x="12447768" y="-401532"/>
            <a:ext cx="3655241" cy="3400520"/>
          </a:xfrm>
          <a:custGeom>
            <a:avLst/>
            <a:gdLst/>
            <a:ahLst/>
            <a:cxnLst/>
            <a:rect l="l" t="t" r="r" b="b"/>
            <a:pathLst>
              <a:path w="3655241" h="3400520">
                <a:moveTo>
                  <a:pt x="3655241" y="0"/>
                </a:moveTo>
                <a:lnTo>
                  <a:pt x="0" y="0"/>
                </a:lnTo>
                <a:lnTo>
                  <a:pt x="0" y="3400521"/>
                </a:lnTo>
                <a:lnTo>
                  <a:pt x="3655241" y="3400521"/>
                </a:lnTo>
                <a:lnTo>
                  <a:pt x="36552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761371" flipH="1">
            <a:off x="17218842" y="1372482"/>
            <a:ext cx="568734" cy="3637251"/>
          </a:xfrm>
          <a:custGeom>
            <a:avLst/>
            <a:gdLst/>
            <a:ahLst/>
            <a:cxnLst/>
            <a:rect l="l" t="t" r="r" b="b"/>
            <a:pathLst>
              <a:path w="568734" h="3637251">
                <a:moveTo>
                  <a:pt x="568734" y="0"/>
                </a:moveTo>
                <a:lnTo>
                  <a:pt x="0" y="0"/>
                </a:lnTo>
                <a:lnTo>
                  <a:pt x="0" y="3637251"/>
                </a:lnTo>
                <a:lnTo>
                  <a:pt x="568734" y="3637251"/>
                </a:lnTo>
                <a:lnTo>
                  <a:pt x="5687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344363">
            <a:off x="17767803" y="3820390"/>
            <a:ext cx="876699" cy="664697"/>
          </a:xfrm>
          <a:custGeom>
            <a:avLst/>
            <a:gdLst/>
            <a:ahLst/>
            <a:cxnLst/>
            <a:rect l="l" t="t" r="r" b="b"/>
            <a:pathLst>
              <a:path w="876699" h="664697">
                <a:moveTo>
                  <a:pt x="0" y="0"/>
                </a:moveTo>
                <a:lnTo>
                  <a:pt x="876700" y="0"/>
                </a:lnTo>
                <a:lnTo>
                  <a:pt x="876700" y="664697"/>
                </a:lnTo>
                <a:lnTo>
                  <a:pt x="0" y="6646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808161" y="7343388"/>
            <a:ext cx="6476301" cy="200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Aswin P[502319]</a:t>
            </a:r>
          </a:p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Jefrin  J[502326]</a:t>
            </a:r>
          </a:p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Mohamed Feroz S [502337]</a:t>
            </a:r>
          </a:p>
          <a:p>
            <a:pPr marL="0" lvl="0" indent="0" algn="l">
              <a:lnSpc>
                <a:spcPts val="3826"/>
              </a:lnSpc>
            </a:pPr>
            <a:r>
              <a:rPr lang="en-US" sz="2733" b="1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Barnabas Mathew Vaz A [502361]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23827" y="2590587"/>
            <a:ext cx="6935473" cy="1207579"/>
            <a:chOff x="0" y="0"/>
            <a:chExt cx="1588462" cy="2765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88462" cy="276584"/>
            </a:xfrm>
            <a:custGeom>
              <a:avLst/>
              <a:gdLst/>
              <a:ahLst/>
              <a:cxnLst/>
              <a:rect l="l" t="t" r="r" b="b"/>
              <a:pathLst>
                <a:path w="1588462" h="276584">
                  <a:moveTo>
                    <a:pt x="1588462" y="16744"/>
                  </a:moveTo>
                  <a:lnTo>
                    <a:pt x="1588462" y="259840"/>
                  </a:lnTo>
                  <a:cubicBezTo>
                    <a:pt x="1588462" y="264281"/>
                    <a:pt x="1586698" y="268540"/>
                    <a:pt x="1583558" y="271680"/>
                  </a:cubicBezTo>
                  <a:cubicBezTo>
                    <a:pt x="1580418" y="274820"/>
                    <a:pt x="1576159" y="276584"/>
                    <a:pt x="1571718" y="276584"/>
                  </a:cubicBezTo>
                  <a:lnTo>
                    <a:pt x="16744" y="276584"/>
                  </a:lnTo>
                  <a:cubicBezTo>
                    <a:pt x="12303" y="276584"/>
                    <a:pt x="8044" y="274820"/>
                    <a:pt x="4904" y="271680"/>
                  </a:cubicBezTo>
                  <a:cubicBezTo>
                    <a:pt x="1764" y="268540"/>
                    <a:pt x="0" y="264281"/>
                    <a:pt x="0" y="259840"/>
                  </a:cubicBezTo>
                  <a:lnTo>
                    <a:pt x="0" y="16744"/>
                  </a:lnTo>
                  <a:cubicBezTo>
                    <a:pt x="0" y="12303"/>
                    <a:pt x="1764" y="8044"/>
                    <a:pt x="4904" y="4904"/>
                  </a:cubicBezTo>
                  <a:cubicBezTo>
                    <a:pt x="8044" y="1764"/>
                    <a:pt x="12303" y="0"/>
                    <a:pt x="16744" y="0"/>
                  </a:cubicBezTo>
                  <a:lnTo>
                    <a:pt x="1571718" y="0"/>
                  </a:lnTo>
                  <a:cubicBezTo>
                    <a:pt x="1576159" y="0"/>
                    <a:pt x="1580418" y="1764"/>
                    <a:pt x="1583558" y="4904"/>
                  </a:cubicBezTo>
                  <a:cubicBezTo>
                    <a:pt x="1586698" y="8044"/>
                    <a:pt x="1588462" y="12303"/>
                    <a:pt x="1588462" y="16744"/>
                  </a:cubicBezTo>
                  <a:close/>
                </a:path>
              </a:pathLst>
            </a:custGeom>
            <a:solidFill>
              <a:srgbClr val="521C0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588462" cy="333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590587"/>
            <a:ext cx="6996213" cy="1207579"/>
            <a:chOff x="0" y="0"/>
            <a:chExt cx="1602373" cy="2765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02373" cy="276584"/>
            </a:xfrm>
            <a:custGeom>
              <a:avLst/>
              <a:gdLst/>
              <a:ahLst/>
              <a:cxnLst/>
              <a:rect l="l" t="t" r="r" b="b"/>
              <a:pathLst>
                <a:path w="1602373" h="276584">
                  <a:moveTo>
                    <a:pt x="1602373" y="16599"/>
                  </a:moveTo>
                  <a:lnTo>
                    <a:pt x="1602373" y="259986"/>
                  </a:lnTo>
                  <a:cubicBezTo>
                    <a:pt x="1602373" y="269153"/>
                    <a:pt x="1594942" y="276584"/>
                    <a:pt x="1585775" y="276584"/>
                  </a:cubicBezTo>
                  <a:lnTo>
                    <a:pt x="16599" y="276584"/>
                  </a:lnTo>
                  <a:cubicBezTo>
                    <a:pt x="12197" y="276584"/>
                    <a:pt x="7975" y="274836"/>
                    <a:pt x="4862" y="271723"/>
                  </a:cubicBezTo>
                  <a:cubicBezTo>
                    <a:pt x="1749" y="268610"/>
                    <a:pt x="0" y="264388"/>
                    <a:pt x="0" y="259986"/>
                  </a:cubicBezTo>
                  <a:lnTo>
                    <a:pt x="0" y="16599"/>
                  </a:lnTo>
                  <a:cubicBezTo>
                    <a:pt x="0" y="7432"/>
                    <a:pt x="7432" y="0"/>
                    <a:pt x="16599" y="0"/>
                  </a:cubicBezTo>
                  <a:lnTo>
                    <a:pt x="1585775" y="0"/>
                  </a:lnTo>
                  <a:cubicBezTo>
                    <a:pt x="1590177" y="0"/>
                    <a:pt x="1594399" y="1749"/>
                    <a:pt x="1597512" y="4862"/>
                  </a:cubicBezTo>
                  <a:cubicBezTo>
                    <a:pt x="1600625" y="7975"/>
                    <a:pt x="1602373" y="12197"/>
                    <a:pt x="1602373" y="16599"/>
                  </a:cubicBezTo>
                  <a:close/>
                </a:path>
              </a:pathLst>
            </a:custGeom>
            <a:solidFill>
              <a:srgbClr val="FF9B4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02373" cy="333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8504081" y="1028700"/>
            <a:ext cx="1000298" cy="6397252"/>
          </a:xfrm>
          <a:custGeom>
            <a:avLst/>
            <a:gdLst/>
            <a:ahLst/>
            <a:cxnLst/>
            <a:rect l="l" t="t" r="r" b="b"/>
            <a:pathLst>
              <a:path w="1000298" h="6397252">
                <a:moveTo>
                  <a:pt x="0" y="0"/>
                </a:moveTo>
                <a:lnTo>
                  <a:pt x="1000298" y="0"/>
                </a:lnTo>
                <a:lnTo>
                  <a:pt x="1000298" y="6397252"/>
                </a:lnTo>
                <a:lnTo>
                  <a:pt x="0" y="639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323827" y="1442425"/>
            <a:ext cx="697705" cy="525944"/>
            <a:chOff x="0" y="0"/>
            <a:chExt cx="159798" cy="1204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9798" cy="120462"/>
            </a:xfrm>
            <a:custGeom>
              <a:avLst/>
              <a:gdLst/>
              <a:ahLst/>
              <a:cxnLst/>
              <a:rect l="l" t="t" r="r" b="b"/>
              <a:pathLst>
                <a:path w="159798" h="120462">
                  <a:moveTo>
                    <a:pt x="159798" y="60231"/>
                  </a:moveTo>
                  <a:lnTo>
                    <a:pt x="159798" y="60231"/>
                  </a:lnTo>
                  <a:cubicBezTo>
                    <a:pt x="159798" y="93496"/>
                    <a:pt x="132832" y="120462"/>
                    <a:pt x="99567" y="120462"/>
                  </a:cubicBezTo>
                  <a:lnTo>
                    <a:pt x="60231" y="120462"/>
                  </a:lnTo>
                  <a:cubicBezTo>
                    <a:pt x="26966" y="120462"/>
                    <a:pt x="0" y="93496"/>
                    <a:pt x="0" y="60231"/>
                  </a:cubicBezTo>
                  <a:lnTo>
                    <a:pt x="0" y="60231"/>
                  </a:lnTo>
                  <a:cubicBezTo>
                    <a:pt x="0" y="26966"/>
                    <a:pt x="26966" y="0"/>
                    <a:pt x="60231" y="0"/>
                  </a:cubicBezTo>
                  <a:lnTo>
                    <a:pt x="99567" y="0"/>
                  </a:lnTo>
                  <a:cubicBezTo>
                    <a:pt x="132832" y="0"/>
                    <a:pt x="159798" y="26966"/>
                    <a:pt x="159798" y="60231"/>
                  </a:cubicBezTo>
                  <a:close/>
                </a:path>
              </a:pathLst>
            </a:custGeom>
            <a:solidFill>
              <a:srgbClr val="521C0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59798" cy="177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66" y="1246101"/>
            <a:ext cx="697705" cy="525944"/>
            <a:chOff x="0" y="0"/>
            <a:chExt cx="159798" cy="1204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798" cy="120462"/>
            </a:xfrm>
            <a:custGeom>
              <a:avLst/>
              <a:gdLst/>
              <a:ahLst/>
              <a:cxnLst/>
              <a:rect l="l" t="t" r="r" b="b"/>
              <a:pathLst>
                <a:path w="159798" h="120462">
                  <a:moveTo>
                    <a:pt x="159798" y="60231"/>
                  </a:moveTo>
                  <a:lnTo>
                    <a:pt x="159798" y="60231"/>
                  </a:lnTo>
                  <a:cubicBezTo>
                    <a:pt x="159798" y="93496"/>
                    <a:pt x="132832" y="120462"/>
                    <a:pt x="99567" y="120462"/>
                  </a:cubicBezTo>
                  <a:lnTo>
                    <a:pt x="60231" y="120462"/>
                  </a:lnTo>
                  <a:cubicBezTo>
                    <a:pt x="26966" y="120462"/>
                    <a:pt x="0" y="93496"/>
                    <a:pt x="0" y="60231"/>
                  </a:cubicBezTo>
                  <a:lnTo>
                    <a:pt x="0" y="60231"/>
                  </a:lnTo>
                  <a:cubicBezTo>
                    <a:pt x="0" y="26966"/>
                    <a:pt x="26966" y="0"/>
                    <a:pt x="60231" y="0"/>
                  </a:cubicBezTo>
                  <a:lnTo>
                    <a:pt x="99567" y="0"/>
                  </a:lnTo>
                  <a:cubicBezTo>
                    <a:pt x="132832" y="0"/>
                    <a:pt x="159798" y="26966"/>
                    <a:pt x="159798" y="60231"/>
                  </a:cubicBezTo>
                  <a:close/>
                </a:path>
              </a:pathLst>
            </a:custGeom>
            <a:solidFill>
              <a:srgbClr val="FF9B4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59798" cy="177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44701" y="2747240"/>
            <a:ext cx="445088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</a:t>
            </a:r>
            <a:r>
              <a:rPr lang="en-US" sz="2799" b="1" u="none" strike="noStrik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tion</a:t>
            </a:r>
          </a:p>
          <a:p>
            <a:pPr marL="0" lvl="0" indent="0" algn="l">
              <a:lnSpc>
                <a:spcPts val="3080"/>
              </a:lnSpc>
              <a:spcBef>
                <a:spcPct val="0"/>
              </a:spcBef>
            </a:pPr>
            <a:endParaRPr lang="en-US" sz="2799" b="1" u="none" strike="noStrike">
              <a:solidFill>
                <a:srgbClr val="1D1D1B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65630" y="88496"/>
            <a:ext cx="8877498" cy="110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9"/>
              </a:lnSpc>
              <a:spcBef>
                <a:spcPct val="0"/>
              </a:spcBef>
            </a:pPr>
            <a:r>
              <a:rPr lang="en-US" sz="6399" b="1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Pr</a:t>
            </a:r>
            <a:r>
              <a:rPr lang="en-US" sz="6399" b="1" u="none" strike="noStrik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oblem Statement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4150590"/>
            <a:ext cx="6996213" cy="1207579"/>
            <a:chOff x="0" y="0"/>
            <a:chExt cx="1602373" cy="2765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02373" cy="276584"/>
            </a:xfrm>
            <a:custGeom>
              <a:avLst/>
              <a:gdLst/>
              <a:ahLst/>
              <a:cxnLst/>
              <a:rect l="l" t="t" r="r" b="b"/>
              <a:pathLst>
                <a:path w="1602373" h="276584">
                  <a:moveTo>
                    <a:pt x="1602373" y="16599"/>
                  </a:moveTo>
                  <a:lnTo>
                    <a:pt x="1602373" y="259986"/>
                  </a:lnTo>
                  <a:cubicBezTo>
                    <a:pt x="1602373" y="269153"/>
                    <a:pt x="1594942" y="276584"/>
                    <a:pt x="1585775" y="276584"/>
                  </a:cubicBezTo>
                  <a:lnTo>
                    <a:pt x="16599" y="276584"/>
                  </a:lnTo>
                  <a:cubicBezTo>
                    <a:pt x="12197" y="276584"/>
                    <a:pt x="7975" y="274836"/>
                    <a:pt x="4862" y="271723"/>
                  </a:cubicBezTo>
                  <a:cubicBezTo>
                    <a:pt x="1749" y="268610"/>
                    <a:pt x="0" y="264388"/>
                    <a:pt x="0" y="259986"/>
                  </a:cubicBezTo>
                  <a:lnTo>
                    <a:pt x="0" y="16599"/>
                  </a:lnTo>
                  <a:cubicBezTo>
                    <a:pt x="0" y="7432"/>
                    <a:pt x="7432" y="0"/>
                    <a:pt x="16599" y="0"/>
                  </a:cubicBezTo>
                  <a:lnTo>
                    <a:pt x="1585775" y="0"/>
                  </a:lnTo>
                  <a:cubicBezTo>
                    <a:pt x="1590177" y="0"/>
                    <a:pt x="1594399" y="1749"/>
                    <a:pt x="1597512" y="4862"/>
                  </a:cubicBezTo>
                  <a:cubicBezTo>
                    <a:pt x="1600625" y="7975"/>
                    <a:pt x="1602373" y="12197"/>
                    <a:pt x="1602373" y="16599"/>
                  </a:cubicBezTo>
                  <a:close/>
                </a:path>
              </a:pathLst>
            </a:custGeom>
            <a:solidFill>
              <a:srgbClr val="FF9B4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602373" cy="333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5710594"/>
            <a:ext cx="6996213" cy="1207579"/>
            <a:chOff x="0" y="0"/>
            <a:chExt cx="1602373" cy="2765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02373" cy="276584"/>
            </a:xfrm>
            <a:custGeom>
              <a:avLst/>
              <a:gdLst/>
              <a:ahLst/>
              <a:cxnLst/>
              <a:rect l="l" t="t" r="r" b="b"/>
              <a:pathLst>
                <a:path w="1602373" h="276584">
                  <a:moveTo>
                    <a:pt x="1602373" y="16599"/>
                  </a:moveTo>
                  <a:lnTo>
                    <a:pt x="1602373" y="259986"/>
                  </a:lnTo>
                  <a:cubicBezTo>
                    <a:pt x="1602373" y="269153"/>
                    <a:pt x="1594942" y="276584"/>
                    <a:pt x="1585775" y="276584"/>
                  </a:cubicBezTo>
                  <a:lnTo>
                    <a:pt x="16599" y="276584"/>
                  </a:lnTo>
                  <a:cubicBezTo>
                    <a:pt x="12197" y="276584"/>
                    <a:pt x="7975" y="274836"/>
                    <a:pt x="4862" y="271723"/>
                  </a:cubicBezTo>
                  <a:cubicBezTo>
                    <a:pt x="1749" y="268610"/>
                    <a:pt x="0" y="264388"/>
                    <a:pt x="0" y="259986"/>
                  </a:cubicBezTo>
                  <a:lnTo>
                    <a:pt x="0" y="16599"/>
                  </a:lnTo>
                  <a:cubicBezTo>
                    <a:pt x="0" y="7432"/>
                    <a:pt x="7432" y="0"/>
                    <a:pt x="16599" y="0"/>
                  </a:cubicBezTo>
                  <a:lnTo>
                    <a:pt x="1585775" y="0"/>
                  </a:lnTo>
                  <a:cubicBezTo>
                    <a:pt x="1590177" y="0"/>
                    <a:pt x="1594399" y="1749"/>
                    <a:pt x="1597512" y="4862"/>
                  </a:cubicBezTo>
                  <a:cubicBezTo>
                    <a:pt x="1600625" y="7975"/>
                    <a:pt x="1602373" y="12197"/>
                    <a:pt x="1602373" y="16599"/>
                  </a:cubicBezTo>
                  <a:close/>
                </a:path>
              </a:pathLst>
            </a:custGeom>
            <a:solidFill>
              <a:srgbClr val="FF9B4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602373" cy="333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8700" y="7270597"/>
            <a:ext cx="6996213" cy="1207579"/>
            <a:chOff x="0" y="0"/>
            <a:chExt cx="1602373" cy="2765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02373" cy="276584"/>
            </a:xfrm>
            <a:custGeom>
              <a:avLst/>
              <a:gdLst/>
              <a:ahLst/>
              <a:cxnLst/>
              <a:rect l="l" t="t" r="r" b="b"/>
              <a:pathLst>
                <a:path w="1602373" h="276584">
                  <a:moveTo>
                    <a:pt x="1602373" y="16599"/>
                  </a:moveTo>
                  <a:lnTo>
                    <a:pt x="1602373" y="259986"/>
                  </a:lnTo>
                  <a:cubicBezTo>
                    <a:pt x="1602373" y="269153"/>
                    <a:pt x="1594942" y="276584"/>
                    <a:pt x="1585775" y="276584"/>
                  </a:cubicBezTo>
                  <a:lnTo>
                    <a:pt x="16599" y="276584"/>
                  </a:lnTo>
                  <a:cubicBezTo>
                    <a:pt x="12197" y="276584"/>
                    <a:pt x="7975" y="274836"/>
                    <a:pt x="4862" y="271723"/>
                  </a:cubicBezTo>
                  <a:cubicBezTo>
                    <a:pt x="1749" y="268610"/>
                    <a:pt x="0" y="264388"/>
                    <a:pt x="0" y="259986"/>
                  </a:cubicBezTo>
                  <a:lnTo>
                    <a:pt x="0" y="16599"/>
                  </a:lnTo>
                  <a:cubicBezTo>
                    <a:pt x="0" y="7432"/>
                    <a:pt x="7432" y="0"/>
                    <a:pt x="16599" y="0"/>
                  </a:cubicBezTo>
                  <a:lnTo>
                    <a:pt x="1585775" y="0"/>
                  </a:lnTo>
                  <a:cubicBezTo>
                    <a:pt x="1590177" y="0"/>
                    <a:pt x="1594399" y="1749"/>
                    <a:pt x="1597512" y="4862"/>
                  </a:cubicBezTo>
                  <a:cubicBezTo>
                    <a:pt x="1600625" y="7975"/>
                    <a:pt x="1602373" y="12197"/>
                    <a:pt x="1602373" y="16599"/>
                  </a:cubicBezTo>
                  <a:close/>
                </a:path>
              </a:pathLst>
            </a:custGeom>
            <a:solidFill>
              <a:srgbClr val="FF9B4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602373" cy="333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8700" y="8830601"/>
            <a:ext cx="6996213" cy="1207579"/>
            <a:chOff x="0" y="0"/>
            <a:chExt cx="1602373" cy="27658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02373" cy="276584"/>
            </a:xfrm>
            <a:custGeom>
              <a:avLst/>
              <a:gdLst/>
              <a:ahLst/>
              <a:cxnLst/>
              <a:rect l="l" t="t" r="r" b="b"/>
              <a:pathLst>
                <a:path w="1602373" h="276584">
                  <a:moveTo>
                    <a:pt x="1602373" y="16599"/>
                  </a:moveTo>
                  <a:lnTo>
                    <a:pt x="1602373" y="259986"/>
                  </a:lnTo>
                  <a:cubicBezTo>
                    <a:pt x="1602373" y="269153"/>
                    <a:pt x="1594942" y="276584"/>
                    <a:pt x="1585775" y="276584"/>
                  </a:cubicBezTo>
                  <a:lnTo>
                    <a:pt x="16599" y="276584"/>
                  </a:lnTo>
                  <a:cubicBezTo>
                    <a:pt x="12197" y="276584"/>
                    <a:pt x="7975" y="274836"/>
                    <a:pt x="4862" y="271723"/>
                  </a:cubicBezTo>
                  <a:cubicBezTo>
                    <a:pt x="1749" y="268610"/>
                    <a:pt x="0" y="264388"/>
                    <a:pt x="0" y="259986"/>
                  </a:cubicBezTo>
                  <a:lnTo>
                    <a:pt x="0" y="16599"/>
                  </a:lnTo>
                  <a:cubicBezTo>
                    <a:pt x="0" y="7432"/>
                    <a:pt x="7432" y="0"/>
                    <a:pt x="16599" y="0"/>
                  </a:cubicBezTo>
                  <a:lnTo>
                    <a:pt x="1585775" y="0"/>
                  </a:lnTo>
                  <a:cubicBezTo>
                    <a:pt x="1590177" y="0"/>
                    <a:pt x="1594399" y="1749"/>
                    <a:pt x="1597512" y="4862"/>
                  </a:cubicBezTo>
                  <a:cubicBezTo>
                    <a:pt x="1600625" y="7975"/>
                    <a:pt x="1602373" y="12197"/>
                    <a:pt x="1602373" y="16599"/>
                  </a:cubicBezTo>
                  <a:close/>
                </a:path>
              </a:pathLst>
            </a:custGeom>
            <a:solidFill>
              <a:srgbClr val="FF9B45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602373" cy="333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444701" y="7489672"/>
            <a:ext cx="4450880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Announceme</a:t>
            </a:r>
            <a:r>
              <a:rPr lang="en-US" sz="2799" b="1" u="none" strike="noStrik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nts</a:t>
            </a:r>
          </a:p>
          <a:p>
            <a:pPr marL="0" lvl="0" indent="0" algn="l">
              <a:lnSpc>
                <a:spcPts val="3080"/>
              </a:lnSpc>
              <a:spcBef>
                <a:spcPct val="0"/>
              </a:spcBef>
            </a:pPr>
            <a:endParaRPr lang="en-US" sz="2799" b="1" u="none" strike="noStrike">
              <a:solidFill>
                <a:srgbClr val="1D1D1B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444701" y="6010122"/>
            <a:ext cx="5643183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Attendance manageme</a:t>
            </a:r>
            <a:r>
              <a:rPr lang="en-US" sz="2799" b="1" u="none" strike="noStrik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nt</a:t>
            </a:r>
          </a:p>
          <a:p>
            <a:pPr marL="0" lvl="0" indent="0" algn="l">
              <a:lnSpc>
                <a:spcPts val="3080"/>
              </a:lnSpc>
              <a:spcBef>
                <a:spcPct val="0"/>
              </a:spcBef>
            </a:pPr>
            <a:endParaRPr lang="en-US" sz="2799" b="1" u="none" strike="noStrike">
              <a:solidFill>
                <a:srgbClr val="1D1D1B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44701" y="9030626"/>
            <a:ext cx="6044255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Emergency coordina</a:t>
            </a:r>
            <a:r>
              <a:rPr lang="en-US" sz="2799" b="1" u="none" strike="noStrik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tion</a:t>
            </a:r>
          </a:p>
          <a:p>
            <a:pPr marL="0" lvl="0" indent="0" algn="l">
              <a:lnSpc>
                <a:spcPts val="3080"/>
              </a:lnSpc>
              <a:spcBef>
                <a:spcPct val="0"/>
              </a:spcBef>
            </a:pPr>
            <a:endParaRPr lang="en-US" sz="2799" b="1" u="none" strike="noStrike">
              <a:solidFill>
                <a:srgbClr val="1D1D1B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44701" y="4208915"/>
            <a:ext cx="5401314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Navigation and loca</a:t>
            </a:r>
            <a:r>
              <a:rPr lang="en-US" sz="2799" b="1" u="none" strike="noStrike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tion sharing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323827" y="4090403"/>
            <a:ext cx="6935473" cy="1207579"/>
            <a:chOff x="0" y="0"/>
            <a:chExt cx="1588462" cy="276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88462" cy="276584"/>
            </a:xfrm>
            <a:custGeom>
              <a:avLst/>
              <a:gdLst/>
              <a:ahLst/>
              <a:cxnLst/>
              <a:rect l="l" t="t" r="r" b="b"/>
              <a:pathLst>
                <a:path w="1588462" h="276584">
                  <a:moveTo>
                    <a:pt x="1588462" y="16744"/>
                  </a:moveTo>
                  <a:lnTo>
                    <a:pt x="1588462" y="259840"/>
                  </a:lnTo>
                  <a:cubicBezTo>
                    <a:pt x="1588462" y="264281"/>
                    <a:pt x="1586698" y="268540"/>
                    <a:pt x="1583558" y="271680"/>
                  </a:cubicBezTo>
                  <a:cubicBezTo>
                    <a:pt x="1580418" y="274820"/>
                    <a:pt x="1576159" y="276584"/>
                    <a:pt x="1571718" y="276584"/>
                  </a:cubicBezTo>
                  <a:lnTo>
                    <a:pt x="16744" y="276584"/>
                  </a:lnTo>
                  <a:cubicBezTo>
                    <a:pt x="12303" y="276584"/>
                    <a:pt x="8044" y="274820"/>
                    <a:pt x="4904" y="271680"/>
                  </a:cubicBezTo>
                  <a:cubicBezTo>
                    <a:pt x="1764" y="268540"/>
                    <a:pt x="0" y="264281"/>
                    <a:pt x="0" y="259840"/>
                  </a:cubicBezTo>
                  <a:lnTo>
                    <a:pt x="0" y="16744"/>
                  </a:lnTo>
                  <a:cubicBezTo>
                    <a:pt x="0" y="12303"/>
                    <a:pt x="1764" y="8044"/>
                    <a:pt x="4904" y="4904"/>
                  </a:cubicBezTo>
                  <a:cubicBezTo>
                    <a:pt x="8044" y="1764"/>
                    <a:pt x="12303" y="0"/>
                    <a:pt x="16744" y="0"/>
                  </a:cubicBezTo>
                  <a:lnTo>
                    <a:pt x="1571718" y="0"/>
                  </a:lnTo>
                  <a:cubicBezTo>
                    <a:pt x="1576159" y="0"/>
                    <a:pt x="1580418" y="1764"/>
                    <a:pt x="1583558" y="4904"/>
                  </a:cubicBezTo>
                  <a:cubicBezTo>
                    <a:pt x="1586698" y="8044"/>
                    <a:pt x="1588462" y="12303"/>
                    <a:pt x="1588462" y="16744"/>
                  </a:cubicBezTo>
                  <a:close/>
                </a:path>
              </a:pathLst>
            </a:custGeom>
            <a:solidFill>
              <a:srgbClr val="521C0D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1588462" cy="333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323827" y="5510569"/>
            <a:ext cx="6935473" cy="1207579"/>
            <a:chOff x="0" y="0"/>
            <a:chExt cx="1588462" cy="276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88462" cy="276584"/>
            </a:xfrm>
            <a:custGeom>
              <a:avLst/>
              <a:gdLst/>
              <a:ahLst/>
              <a:cxnLst/>
              <a:rect l="l" t="t" r="r" b="b"/>
              <a:pathLst>
                <a:path w="1588462" h="276584">
                  <a:moveTo>
                    <a:pt x="1588462" y="16744"/>
                  </a:moveTo>
                  <a:lnTo>
                    <a:pt x="1588462" y="259840"/>
                  </a:lnTo>
                  <a:cubicBezTo>
                    <a:pt x="1588462" y="264281"/>
                    <a:pt x="1586698" y="268540"/>
                    <a:pt x="1583558" y="271680"/>
                  </a:cubicBezTo>
                  <a:cubicBezTo>
                    <a:pt x="1580418" y="274820"/>
                    <a:pt x="1576159" y="276584"/>
                    <a:pt x="1571718" y="276584"/>
                  </a:cubicBezTo>
                  <a:lnTo>
                    <a:pt x="16744" y="276584"/>
                  </a:lnTo>
                  <a:cubicBezTo>
                    <a:pt x="12303" y="276584"/>
                    <a:pt x="8044" y="274820"/>
                    <a:pt x="4904" y="271680"/>
                  </a:cubicBezTo>
                  <a:cubicBezTo>
                    <a:pt x="1764" y="268540"/>
                    <a:pt x="0" y="264281"/>
                    <a:pt x="0" y="259840"/>
                  </a:cubicBezTo>
                  <a:lnTo>
                    <a:pt x="0" y="16744"/>
                  </a:lnTo>
                  <a:cubicBezTo>
                    <a:pt x="0" y="12303"/>
                    <a:pt x="1764" y="8044"/>
                    <a:pt x="4904" y="4904"/>
                  </a:cubicBezTo>
                  <a:cubicBezTo>
                    <a:pt x="8044" y="1764"/>
                    <a:pt x="12303" y="0"/>
                    <a:pt x="16744" y="0"/>
                  </a:cubicBezTo>
                  <a:lnTo>
                    <a:pt x="1571718" y="0"/>
                  </a:lnTo>
                  <a:cubicBezTo>
                    <a:pt x="1576159" y="0"/>
                    <a:pt x="1580418" y="1764"/>
                    <a:pt x="1583558" y="4904"/>
                  </a:cubicBezTo>
                  <a:cubicBezTo>
                    <a:pt x="1586698" y="8044"/>
                    <a:pt x="1588462" y="12303"/>
                    <a:pt x="1588462" y="16744"/>
                  </a:cubicBezTo>
                  <a:close/>
                </a:path>
              </a:pathLst>
            </a:custGeom>
            <a:solidFill>
              <a:srgbClr val="521C0D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1588462" cy="333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323827" y="7270597"/>
            <a:ext cx="6935473" cy="1207579"/>
            <a:chOff x="0" y="0"/>
            <a:chExt cx="1588462" cy="2765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88462" cy="276584"/>
            </a:xfrm>
            <a:custGeom>
              <a:avLst/>
              <a:gdLst/>
              <a:ahLst/>
              <a:cxnLst/>
              <a:rect l="l" t="t" r="r" b="b"/>
              <a:pathLst>
                <a:path w="1588462" h="276584">
                  <a:moveTo>
                    <a:pt x="1588462" y="16744"/>
                  </a:moveTo>
                  <a:lnTo>
                    <a:pt x="1588462" y="259840"/>
                  </a:lnTo>
                  <a:cubicBezTo>
                    <a:pt x="1588462" y="264281"/>
                    <a:pt x="1586698" y="268540"/>
                    <a:pt x="1583558" y="271680"/>
                  </a:cubicBezTo>
                  <a:cubicBezTo>
                    <a:pt x="1580418" y="274820"/>
                    <a:pt x="1576159" y="276584"/>
                    <a:pt x="1571718" y="276584"/>
                  </a:cubicBezTo>
                  <a:lnTo>
                    <a:pt x="16744" y="276584"/>
                  </a:lnTo>
                  <a:cubicBezTo>
                    <a:pt x="12303" y="276584"/>
                    <a:pt x="8044" y="274820"/>
                    <a:pt x="4904" y="271680"/>
                  </a:cubicBezTo>
                  <a:cubicBezTo>
                    <a:pt x="1764" y="268540"/>
                    <a:pt x="0" y="264281"/>
                    <a:pt x="0" y="259840"/>
                  </a:cubicBezTo>
                  <a:lnTo>
                    <a:pt x="0" y="16744"/>
                  </a:lnTo>
                  <a:cubicBezTo>
                    <a:pt x="0" y="12303"/>
                    <a:pt x="1764" y="8044"/>
                    <a:pt x="4904" y="4904"/>
                  </a:cubicBezTo>
                  <a:cubicBezTo>
                    <a:pt x="8044" y="1764"/>
                    <a:pt x="12303" y="0"/>
                    <a:pt x="16744" y="0"/>
                  </a:cubicBezTo>
                  <a:lnTo>
                    <a:pt x="1571718" y="0"/>
                  </a:lnTo>
                  <a:cubicBezTo>
                    <a:pt x="1576159" y="0"/>
                    <a:pt x="1580418" y="1764"/>
                    <a:pt x="1583558" y="4904"/>
                  </a:cubicBezTo>
                  <a:cubicBezTo>
                    <a:pt x="1586698" y="8044"/>
                    <a:pt x="1588462" y="12303"/>
                    <a:pt x="1588462" y="16744"/>
                  </a:cubicBezTo>
                  <a:close/>
                </a:path>
              </a:pathLst>
            </a:custGeom>
            <a:solidFill>
              <a:srgbClr val="521C0D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588462" cy="333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323827" y="8830601"/>
            <a:ext cx="6935473" cy="1207579"/>
            <a:chOff x="0" y="0"/>
            <a:chExt cx="1588462" cy="2765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588462" cy="276584"/>
            </a:xfrm>
            <a:custGeom>
              <a:avLst/>
              <a:gdLst/>
              <a:ahLst/>
              <a:cxnLst/>
              <a:rect l="l" t="t" r="r" b="b"/>
              <a:pathLst>
                <a:path w="1588462" h="276584">
                  <a:moveTo>
                    <a:pt x="1588462" y="16744"/>
                  </a:moveTo>
                  <a:lnTo>
                    <a:pt x="1588462" y="259840"/>
                  </a:lnTo>
                  <a:cubicBezTo>
                    <a:pt x="1588462" y="264281"/>
                    <a:pt x="1586698" y="268540"/>
                    <a:pt x="1583558" y="271680"/>
                  </a:cubicBezTo>
                  <a:cubicBezTo>
                    <a:pt x="1580418" y="274820"/>
                    <a:pt x="1576159" y="276584"/>
                    <a:pt x="1571718" y="276584"/>
                  </a:cubicBezTo>
                  <a:lnTo>
                    <a:pt x="16744" y="276584"/>
                  </a:lnTo>
                  <a:cubicBezTo>
                    <a:pt x="12303" y="276584"/>
                    <a:pt x="8044" y="274820"/>
                    <a:pt x="4904" y="271680"/>
                  </a:cubicBezTo>
                  <a:cubicBezTo>
                    <a:pt x="1764" y="268540"/>
                    <a:pt x="0" y="264281"/>
                    <a:pt x="0" y="259840"/>
                  </a:cubicBezTo>
                  <a:lnTo>
                    <a:pt x="0" y="16744"/>
                  </a:lnTo>
                  <a:cubicBezTo>
                    <a:pt x="0" y="12303"/>
                    <a:pt x="1764" y="8044"/>
                    <a:pt x="4904" y="4904"/>
                  </a:cubicBezTo>
                  <a:cubicBezTo>
                    <a:pt x="8044" y="1764"/>
                    <a:pt x="12303" y="0"/>
                    <a:pt x="16744" y="0"/>
                  </a:cubicBezTo>
                  <a:lnTo>
                    <a:pt x="1571718" y="0"/>
                  </a:lnTo>
                  <a:cubicBezTo>
                    <a:pt x="1576159" y="0"/>
                    <a:pt x="1580418" y="1764"/>
                    <a:pt x="1583558" y="4904"/>
                  </a:cubicBezTo>
                  <a:cubicBezTo>
                    <a:pt x="1586698" y="8044"/>
                    <a:pt x="1588462" y="12303"/>
                    <a:pt x="1588462" y="16744"/>
                  </a:cubicBezTo>
                  <a:close/>
                </a:path>
              </a:pathLst>
            </a:custGeom>
            <a:solidFill>
              <a:srgbClr val="521C0D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1588462" cy="333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 rot="-10800000">
            <a:off x="8504081" y="6718147"/>
            <a:ext cx="1000298" cy="6397252"/>
          </a:xfrm>
          <a:custGeom>
            <a:avLst/>
            <a:gdLst/>
            <a:ahLst/>
            <a:cxnLst/>
            <a:rect l="l" t="t" r="r" b="b"/>
            <a:pathLst>
              <a:path w="1000298" h="6397252">
                <a:moveTo>
                  <a:pt x="0" y="0"/>
                </a:moveTo>
                <a:lnTo>
                  <a:pt x="1000298" y="0"/>
                </a:lnTo>
                <a:lnTo>
                  <a:pt x="1000298" y="6397252"/>
                </a:lnTo>
                <a:lnTo>
                  <a:pt x="0" y="639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0672679" y="2687053"/>
            <a:ext cx="4450880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Fragmented communica</a:t>
            </a:r>
            <a:r>
              <a:rPr lang="en-US" sz="27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tion</a:t>
            </a:r>
          </a:p>
          <a:p>
            <a:pPr marL="0" lvl="0" indent="0" algn="l">
              <a:lnSpc>
                <a:spcPts val="3080"/>
              </a:lnSpc>
              <a:spcBef>
                <a:spcPct val="0"/>
              </a:spcBef>
            </a:pPr>
            <a:endParaRPr lang="en-US" sz="2799" b="1" u="none" strike="noStrike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0612788" y="4176127"/>
            <a:ext cx="6157419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Difficulty identifying missing par</a:t>
            </a:r>
            <a:r>
              <a:rPr lang="en-US" sz="27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ticipants</a:t>
            </a:r>
          </a:p>
          <a:p>
            <a:pPr marL="0" lvl="0" indent="0" algn="l">
              <a:lnSpc>
                <a:spcPts val="3080"/>
              </a:lnSpc>
              <a:spcBef>
                <a:spcPct val="0"/>
              </a:spcBef>
            </a:pPr>
            <a:endParaRPr lang="en-US" sz="2799" b="1" u="none" strike="noStrike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612788" y="5624869"/>
            <a:ext cx="6744452" cy="189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Inaccurate or time-consuming a</a:t>
            </a:r>
            <a:r>
              <a:rPr lang="en-US" sz="27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ttendance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 u="none" strike="noStrike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l">
              <a:lnSpc>
                <a:spcPts val="3080"/>
              </a:lnSpc>
              <a:spcBef>
                <a:spcPct val="0"/>
              </a:spcBef>
            </a:pPr>
            <a:endParaRPr lang="en-US" sz="2799" b="1" u="none" strike="noStrike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612788" y="7340227"/>
            <a:ext cx="5233590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Delayed emergency resp</a:t>
            </a:r>
            <a:r>
              <a:rPr lang="en-US" sz="27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onse</a:t>
            </a:r>
          </a:p>
          <a:p>
            <a:pPr marL="0" lvl="0" indent="0" algn="l">
              <a:lnSpc>
                <a:spcPts val="3080"/>
              </a:lnSpc>
              <a:spcBef>
                <a:spcPct val="0"/>
              </a:spcBef>
            </a:pPr>
            <a:endParaRPr lang="en-US" sz="2799" b="1" u="none" strike="noStrike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672679" y="8953127"/>
            <a:ext cx="5233590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Increased workload for tour </a:t>
            </a:r>
            <a:r>
              <a:rPr lang="en-US" sz="27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organizers</a:t>
            </a:r>
          </a:p>
          <a:p>
            <a:pPr marL="0" lvl="0" indent="0" algn="l">
              <a:lnSpc>
                <a:spcPts val="3080"/>
              </a:lnSpc>
              <a:spcBef>
                <a:spcPct val="0"/>
              </a:spcBef>
            </a:pPr>
            <a:endParaRPr lang="en-US" sz="2799" b="1" u="none" strike="noStrike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292767" y="1277408"/>
            <a:ext cx="4350198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39"/>
              </a:lnSpc>
              <a:spcBef>
                <a:spcPct val="0"/>
              </a:spcBef>
            </a:pPr>
            <a:r>
              <a:rPr lang="en-US" sz="4399" b="1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This results i</a:t>
            </a:r>
            <a:r>
              <a:rPr lang="en-US" sz="4399" b="1" u="none" strike="noStrik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n: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69171" y="1103226"/>
            <a:ext cx="7434910" cy="253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9"/>
              </a:lnSpc>
            </a:pPr>
            <a:r>
              <a:rPr lang="en-US" sz="3699" b="1" spc="14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Tour groups currently depend on multiple applicatio</a:t>
            </a:r>
            <a:r>
              <a:rPr lang="en-US" sz="3699" b="1" u="none" strike="noStrike" spc="14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ns for:</a:t>
            </a:r>
          </a:p>
          <a:p>
            <a:pPr algn="l">
              <a:lnSpc>
                <a:spcPts val="4809"/>
              </a:lnSpc>
            </a:pPr>
            <a:endParaRPr lang="en-US" sz="3699" b="1" u="none" strike="noStrike" spc="14">
              <a:solidFill>
                <a:srgbClr val="1D1D1B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0" lvl="0" indent="0" algn="l">
              <a:lnSpc>
                <a:spcPts val="4809"/>
              </a:lnSpc>
            </a:pPr>
            <a:endParaRPr lang="en-US" sz="3699" b="1" u="none" strike="noStrike" spc="14">
              <a:solidFill>
                <a:srgbClr val="1D1D1B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67522" y="6060479"/>
            <a:ext cx="623246" cy="619846"/>
          </a:xfrm>
          <a:custGeom>
            <a:avLst/>
            <a:gdLst/>
            <a:ahLst/>
            <a:cxnLst/>
            <a:rect l="l" t="t" r="r" b="b"/>
            <a:pathLst>
              <a:path w="623246" h="619846">
                <a:moveTo>
                  <a:pt x="0" y="0"/>
                </a:moveTo>
                <a:lnTo>
                  <a:pt x="623246" y="0"/>
                </a:lnTo>
                <a:lnTo>
                  <a:pt x="623246" y="619846"/>
                </a:lnTo>
                <a:lnTo>
                  <a:pt x="0" y="619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4657236" y="-756899"/>
            <a:ext cx="713716" cy="4564463"/>
          </a:xfrm>
          <a:custGeom>
            <a:avLst/>
            <a:gdLst/>
            <a:ahLst/>
            <a:cxnLst/>
            <a:rect l="l" t="t" r="r" b="b"/>
            <a:pathLst>
              <a:path w="713716" h="4564463">
                <a:moveTo>
                  <a:pt x="0" y="0"/>
                </a:moveTo>
                <a:lnTo>
                  <a:pt x="713716" y="0"/>
                </a:lnTo>
                <a:lnTo>
                  <a:pt x="713716" y="4564463"/>
                </a:lnTo>
                <a:lnTo>
                  <a:pt x="0" y="4564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0251323" y="-756899"/>
            <a:ext cx="713716" cy="4564463"/>
          </a:xfrm>
          <a:custGeom>
            <a:avLst/>
            <a:gdLst/>
            <a:ahLst/>
            <a:cxnLst/>
            <a:rect l="l" t="t" r="r" b="b"/>
            <a:pathLst>
              <a:path w="713716" h="4564463">
                <a:moveTo>
                  <a:pt x="0" y="0"/>
                </a:moveTo>
                <a:lnTo>
                  <a:pt x="713716" y="0"/>
                </a:lnTo>
                <a:lnTo>
                  <a:pt x="713716" y="4564463"/>
                </a:lnTo>
                <a:lnTo>
                  <a:pt x="0" y="4564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7968168" y="-756899"/>
            <a:ext cx="713716" cy="4564463"/>
          </a:xfrm>
          <a:custGeom>
            <a:avLst/>
            <a:gdLst/>
            <a:ahLst/>
            <a:cxnLst/>
            <a:rect l="l" t="t" r="r" b="b"/>
            <a:pathLst>
              <a:path w="713716" h="4564463">
                <a:moveTo>
                  <a:pt x="0" y="0"/>
                </a:moveTo>
                <a:lnTo>
                  <a:pt x="713716" y="0"/>
                </a:lnTo>
                <a:lnTo>
                  <a:pt x="713716" y="4564463"/>
                </a:lnTo>
                <a:lnTo>
                  <a:pt x="0" y="4564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5784671" y="-756899"/>
            <a:ext cx="713716" cy="4564463"/>
          </a:xfrm>
          <a:custGeom>
            <a:avLst/>
            <a:gdLst/>
            <a:ahLst/>
            <a:cxnLst/>
            <a:rect l="l" t="t" r="r" b="b"/>
            <a:pathLst>
              <a:path w="713716" h="4564463">
                <a:moveTo>
                  <a:pt x="0" y="0"/>
                </a:moveTo>
                <a:lnTo>
                  <a:pt x="713716" y="0"/>
                </a:lnTo>
                <a:lnTo>
                  <a:pt x="713716" y="4564463"/>
                </a:lnTo>
                <a:lnTo>
                  <a:pt x="0" y="4564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1443840" y="-756899"/>
            <a:ext cx="713716" cy="4564463"/>
          </a:xfrm>
          <a:custGeom>
            <a:avLst/>
            <a:gdLst/>
            <a:ahLst/>
            <a:cxnLst/>
            <a:rect l="l" t="t" r="r" b="b"/>
            <a:pathLst>
              <a:path w="713716" h="4564463">
                <a:moveTo>
                  <a:pt x="0" y="0"/>
                </a:moveTo>
                <a:lnTo>
                  <a:pt x="713716" y="0"/>
                </a:lnTo>
                <a:lnTo>
                  <a:pt x="713716" y="4564463"/>
                </a:lnTo>
                <a:lnTo>
                  <a:pt x="0" y="4564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58638" y="3287731"/>
            <a:ext cx="15429478" cy="831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716" lvl="1" indent="-344358" algn="l">
              <a:lnSpc>
                <a:spcPts val="5965"/>
              </a:lnSpc>
              <a:buFont typeface="Arial"/>
              <a:buChar char="•"/>
            </a:pPr>
            <a:r>
              <a:rPr lang="en-US" sz="3189" b="1" spc="181">
                <a:solidFill>
                  <a:srgbClr val="521C0D"/>
                </a:solidFill>
                <a:latin typeface="Agrandir Bold"/>
                <a:ea typeface="Agrandir Bold"/>
                <a:cs typeface="Agrandir Bold"/>
                <a:sym typeface="Agrandir Bold"/>
              </a:rPr>
              <a:t>Tour and participant management</a:t>
            </a:r>
          </a:p>
          <a:p>
            <a:pPr marL="688716" lvl="1" indent="-344358" algn="l">
              <a:lnSpc>
                <a:spcPts val="5965"/>
              </a:lnSpc>
              <a:buFont typeface="Arial"/>
              <a:buChar char="•"/>
            </a:pPr>
            <a:r>
              <a:rPr lang="en-US" sz="3189" b="1" spc="181">
                <a:solidFill>
                  <a:srgbClr val="521C0D"/>
                </a:solidFill>
                <a:latin typeface="Agrandir Bold"/>
                <a:ea typeface="Agrandir Bold"/>
                <a:cs typeface="Agrandir Bold"/>
                <a:sym typeface="Agrandir Bold"/>
              </a:rPr>
              <a:t>Digital attendance using QR code, GPS or manual check-in</a:t>
            </a:r>
          </a:p>
          <a:p>
            <a:pPr marL="688716" lvl="1" indent="-344358" algn="l">
              <a:lnSpc>
                <a:spcPts val="5965"/>
              </a:lnSpc>
              <a:buFont typeface="Arial"/>
              <a:buChar char="•"/>
            </a:pPr>
            <a:r>
              <a:rPr lang="en-US" sz="3189" b="1" spc="181">
                <a:solidFill>
                  <a:srgbClr val="521C0D"/>
                </a:solidFill>
                <a:latin typeface="Agrandir Bold"/>
                <a:ea typeface="Agrandir Bold"/>
                <a:cs typeface="Agrandir Bold"/>
                <a:sym typeface="Agrandir Bold"/>
              </a:rPr>
              <a:t>Live participant location tracking</a:t>
            </a:r>
          </a:p>
          <a:p>
            <a:pPr marL="688716" lvl="1" indent="-344358" algn="l">
              <a:lnSpc>
                <a:spcPts val="5965"/>
              </a:lnSpc>
              <a:buFont typeface="Arial"/>
              <a:buChar char="•"/>
            </a:pPr>
            <a:r>
              <a:rPr lang="en-US" sz="3189" b="1" spc="181">
                <a:solidFill>
                  <a:srgbClr val="521C0D"/>
                </a:solidFill>
                <a:latin typeface="Agrandir Bold"/>
                <a:ea typeface="Agrandir Bold"/>
                <a:cs typeface="Agrandir Bold"/>
                <a:sym typeface="Agrandir Bold"/>
              </a:rPr>
              <a:t>Circular and polygonal geofencing</a:t>
            </a:r>
          </a:p>
          <a:p>
            <a:pPr marL="688716" lvl="1" indent="-344358" algn="l">
              <a:lnSpc>
                <a:spcPts val="5965"/>
              </a:lnSpc>
              <a:buFont typeface="Arial"/>
              <a:buChar char="•"/>
            </a:pPr>
            <a:r>
              <a:rPr lang="en-US" sz="3189" b="1" spc="181">
                <a:solidFill>
                  <a:srgbClr val="521C0D"/>
                </a:solidFill>
                <a:latin typeface="Agrandir Bold"/>
                <a:ea typeface="Agrandir Bold"/>
                <a:cs typeface="Agrandir Bold"/>
                <a:sym typeface="Agrandir Bold"/>
              </a:rPr>
              <a:t>In-app voice calling and messaging</a:t>
            </a:r>
          </a:p>
          <a:p>
            <a:pPr marL="688716" lvl="1" indent="-344358" algn="l">
              <a:lnSpc>
                <a:spcPts val="5965"/>
              </a:lnSpc>
              <a:buFont typeface="Arial"/>
              <a:buChar char="•"/>
            </a:pPr>
            <a:r>
              <a:rPr lang="en-US" sz="3189" b="1" spc="181">
                <a:solidFill>
                  <a:srgbClr val="521C0D"/>
                </a:solidFill>
                <a:latin typeface="Agrandir Bold"/>
                <a:ea typeface="Agrandir Bold"/>
                <a:cs typeface="Agrandir Bold"/>
                <a:sym typeface="Agrandir Bold"/>
              </a:rPr>
              <a:t>Announcements and push notifications</a:t>
            </a:r>
          </a:p>
          <a:p>
            <a:pPr marL="688716" lvl="1" indent="-344358" algn="l">
              <a:lnSpc>
                <a:spcPts val="5965"/>
              </a:lnSpc>
              <a:buFont typeface="Arial"/>
              <a:buChar char="•"/>
            </a:pPr>
            <a:r>
              <a:rPr lang="en-US" sz="3189" b="1" spc="181">
                <a:solidFill>
                  <a:srgbClr val="521C0D"/>
                </a:solidFill>
                <a:latin typeface="Agrandir Bold"/>
                <a:ea typeface="Agrandir Bold"/>
                <a:cs typeface="Agrandir Bold"/>
                <a:sym typeface="Agrandir Bold"/>
              </a:rPr>
              <a:t>Itinerary and meeting-point management</a:t>
            </a:r>
          </a:p>
          <a:p>
            <a:pPr marL="688716" lvl="1" indent="-344358" algn="l">
              <a:lnSpc>
                <a:spcPts val="5965"/>
              </a:lnSpc>
              <a:buFont typeface="Arial"/>
              <a:buChar char="•"/>
            </a:pPr>
            <a:r>
              <a:rPr lang="en-US" sz="3189" b="1" spc="181">
                <a:solidFill>
                  <a:srgbClr val="521C0D"/>
                </a:solidFill>
                <a:latin typeface="Agrandir Bold"/>
                <a:ea typeface="Agrandir Bold"/>
                <a:cs typeface="Agrandir Bold"/>
                <a:sym typeface="Agrandir Bold"/>
              </a:rPr>
              <a:t>Emergency SOS alerts</a:t>
            </a:r>
          </a:p>
          <a:p>
            <a:pPr marL="688716" lvl="1" indent="-344358" algn="l">
              <a:lnSpc>
                <a:spcPts val="5965"/>
              </a:lnSpc>
              <a:buFont typeface="Arial"/>
              <a:buChar char="•"/>
            </a:pPr>
            <a:r>
              <a:rPr lang="en-US" sz="3189" b="1" spc="181">
                <a:solidFill>
                  <a:srgbClr val="521C0D"/>
                </a:solidFill>
                <a:latin typeface="Agrandir Bold"/>
                <a:ea typeface="Agrandir Bold"/>
                <a:cs typeface="Agrandir Bold"/>
                <a:sym typeface="Agrandir Bold"/>
              </a:rPr>
              <a:t>Document and ticket sharing</a:t>
            </a:r>
          </a:p>
          <a:p>
            <a:pPr marL="0" lvl="0" indent="0" algn="l">
              <a:lnSpc>
                <a:spcPts val="5965"/>
              </a:lnSpc>
            </a:pPr>
            <a:endParaRPr lang="en-US" sz="3189" b="1" spc="181">
              <a:solidFill>
                <a:srgbClr val="521C0D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0" lvl="0" indent="0" algn="l">
              <a:lnSpc>
                <a:spcPts val="5965"/>
              </a:lnSpc>
            </a:pPr>
            <a:endParaRPr lang="en-US" sz="3189" b="1" spc="181">
              <a:solidFill>
                <a:srgbClr val="521C0D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1967522" y="5337554"/>
            <a:ext cx="5136217" cy="4949446"/>
          </a:xfrm>
          <a:custGeom>
            <a:avLst/>
            <a:gdLst/>
            <a:ahLst/>
            <a:cxnLst/>
            <a:rect l="l" t="t" r="r" b="b"/>
            <a:pathLst>
              <a:path w="5136217" h="4949446">
                <a:moveTo>
                  <a:pt x="0" y="0"/>
                </a:moveTo>
                <a:lnTo>
                  <a:pt x="5136218" y="0"/>
                </a:lnTo>
                <a:lnTo>
                  <a:pt x="5136218" y="4949446"/>
                </a:lnTo>
                <a:lnTo>
                  <a:pt x="0" y="49494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014094" y="-214916"/>
            <a:ext cx="2487233" cy="2487233"/>
          </a:xfrm>
          <a:custGeom>
            <a:avLst/>
            <a:gdLst/>
            <a:ahLst/>
            <a:cxnLst/>
            <a:rect l="l" t="t" r="r" b="b"/>
            <a:pathLst>
              <a:path w="2487233" h="2487233">
                <a:moveTo>
                  <a:pt x="0" y="0"/>
                </a:moveTo>
                <a:lnTo>
                  <a:pt x="2487233" y="0"/>
                </a:lnTo>
                <a:lnTo>
                  <a:pt x="2487233" y="2487232"/>
                </a:lnTo>
                <a:lnTo>
                  <a:pt x="0" y="24872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70098" y="294763"/>
            <a:ext cx="7903279" cy="1642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32"/>
              </a:lnSpc>
              <a:spcBef>
                <a:spcPct val="0"/>
              </a:spcBef>
            </a:pPr>
            <a:r>
              <a:rPr lang="en-US" sz="5302" b="1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 Propos</a:t>
            </a:r>
            <a:r>
              <a:rPr lang="en-US" sz="5302" b="1" u="none" strike="noStrik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ed   Solution :</a:t>
            </a:r>
          </a:p>
          <a:p>
            <a:pPr marL="0" lvl="0" indent="0" algn="l">
              <a:lnSpc>
                <a:spcPts val="5832"/>
              </a:lnSpc>
              <a:spcBef>
                <a:spcPct val="0"/>
              </a:spcBef>
            </a:pPr>
            <a:endParaRPr lang="en-US" sz="5302" b="1" u="none" strike="noStrike">
              <a:solidFill>
                <a:srgbClr val="0B0A0A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70098" y="2026000"/>
            <a:ext cx="17876014" cy="1299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2"/>
              </a:lnSpc>
            </a:pPr>
            <a:r>
              <a:rPr lang="en-US" sz="3802" b="1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KOMPASS    provides    a centralized    mobile    platform    for tour organizers, guid</a:t>
            </a:r>
            <a:r>
              <a:rPr lang="en-US" sz="3802" b="1" u="none" strike="noStrik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es   and   participants.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39550" y="-1163015"/>
            <a:ext cx="19755715" cy="11672078"/>
          </a:xfrm>
          <a:custGeom>
            <a:avLst/>
            <a:gdLst/>
            <a:ahLst/>
            <a:cxnLst/>
            <a:rect l="l" t="t" r="r" b="b"/>
            <a:pathLst>
              <a:path w="19755715" h="11672078">
                <a:moveTo>
                  <a:pt x="0" y="0"/>
                </a:moveTo>
                <a:lnTo>
                  <a:pt x="19755716" y="0"/>
                </a:lnTo>
                <a:lnTo>
                  <a:pt x="19755716" y="11672077"/>
                </a:lnTo>
                <a:lnTo>
                  <a:pt x="0" y="11672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208574" y="-1230366"/>
            <a:ext cx="610942" cy="3907189"/>
          </a:xfrm>
          <a:custGeom>
            <a:avLst/>
            <a:gdLst/>
            <a:ahLst/>
            <a:cxnLst/>
            <a:rect l="l" t="t" r="r" b="b"/>
            <a:pathLst>
              <a:path w="610942" h="3907189">
                <a:moveTo>
                  <a:pt x="0" y="0"/>
                </a:moveTo>
                <a:lnTo>
                  <a:pt x="610942" y="0"/>
                </a:lnTo>
                <a:lnTo>
                  <a:pt x="610942" y="3907190"/>
                </a:lnTo>
                <a:lnTo>
                  <a:pt x="0" y="39071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4253146" y="-1230366"/>
            <a:ext cx="610942" cy="3907189"/>
          </a:xfrm>
          <a:custGeom>
            <a:avLst/>
            <a:gdLst/>
            <a:ahLst/>
            <a:cxnLst/>
            <a:rect l="l" t="t" r="r" b="b"/>
            <a:pathLst>
              <a:path w="610942" h="3907189">
                <a:moveTo>
                  <a:pt x="0" y="0"/>
                </a:moveTo>
                <a:lnTo>
                  <a:pt x="610942" y="0"/>
                </a:lnTo>
                <a:lnTo>
                  <a:pt x="610942" y="3907190"/>
                </a:lnTo>
                <a:lnTo>
                  <a:pt x="0" y="39071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359030" y="3424261"/>
            <a:ext cx="727680" cy="4653765"/>
          </a:xfrm>
          <a:custGeom>
            <a:avLst/>
            <a:gdLst/>
            <a:ahLst/>
            <a:cxnLst/>
            <a:rect l="l" t="t" r="r" b="b"/>
            <a:pathLst>
              <a:path w="727680" h="4653765">
                <a:moveTo>
                  <a:pt x="0" y="0"/>
                </a:moveTo>
                <a:lnTo>
                  <a:pt x="727680" y="0"/>
                </a:lnTo>
                <a:lnTo>
                  <a:pt x="727680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59030" y="-471923"/>
            <a:ext cx="727680" cy="4653765"/>
          </a:xfrm>
          <a:custGeom>
            <a:avLst/>
            <a:gdLst/>
            <a:ahLst/>
            <a:cxnLst/>
            <a:rect l="l" t="t" r="r" b="b"/>
            <a:pathLst>
              <a:path w="727680" h="4653765">
                <a:moveTo>
                  <a:pt x="0" y="0"/>
                </a:moveTo>
                <a:lnTo>
                  <a:pt x="727680" y="0"/>
                </a:lnTo>
                <a:lnTo>
                  <a:pt x="727680" y="4653765"/>
                </a:lnTo>
                <a:lnTo>
                  <a:pt x="0" y="4653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854959"/>
            <a:ext cx="15765362" cy="7999412"/>
            <a:chOff x="0" y="0"/>
            <a:chExt cx="3610810" cy="18321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0810" cy="1832190"/>
            </a:xfrm>
            <a:custGeom>
              <a:avLst/>
              <a:gdLst/>
              <a:ahLst/>
              <a:cxnLst/>
              <a:rect l="l" t="t" r="r" b="b"/>
              <a:pathLst>
                <a:path w="3610810" h="1832190">
                  <a:moveTo>
                    <a:pt x="3610810" y="7366"/>
                  </a:moveTo>
                  <a:lnTo>
                    <a:pt x="3610810" y="1824823"/>
                  </a:lnTo>
                  <a:cubicBezTo>
                    <a:pt x="3610810" y="1826777"/>
                    <a:pt x="3610034" y="1828651"/>
                    <a:pt x="3608653" y="1830032"/>
                  </a:cubicBezTo>
                  <a:cubicBezTo>
                    <a:pt x="3607271" y="1831413"/>
                    <a:pt x="3605398" y="1832190"/>
                    <a:pt x="3603444" y="1832190"/>
                  </a:cubicBezTo>
                  <a:lnTo>
                    <a:pt x="7366" y="1832190"/>
                  </a:lnTo>
                  <a:cubicBezTo>
                    <a:pt x="3298" y="1832190"/>
                    <a:pt x="0" y="1828892"/>
                    <a:pt x="0" y="1824823"/>
                  </a:cubicBezTo>
                  <a:lnTo>
                    <a:pt x="0" y="7366"/>
                  </a:lnTo>
                  <a:cubicBezTo>
                    <a:pt x="0" y="3298"/>
                    <a:pt x="3298" y="0"/>
                    <a:pt x="7366" y="0"/>
                  </a:cubicBezTo>
                  <a:lnTo>
                    <a:pt x="3603444" y="0"/>
                  </a:lnTo>
                  <a:cubicBezTo>
                    <a:pt x="3607512" y="0"/>
                    <a:pt x="3610810" y="3298"/>
                    <a:pt x="3610810" y="7366"/>
                  </a:cubicBezTo>
                  <a:close/>
                </a:path>
              </a:pathLst>
            </a:custGeom>
            <a:solidFill>
              <a:srgbClr val="521C0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610810" cy="1889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24895" y="2268326"/>
            <a:ext cx="15172973" cy="7172678"/>
          </a:xfrm>
          <a:custGeom>
            <a:avLst/>
            <a:gdLst/>
            <a:ahLst/>
            <a:cxnLst/>
            <a:rect l="l" t="t" r="r" b="b"/>
            <a:pathLst>
              <a:path w="15172973" h="7172678">
                <a:moveTo>
                  <a:pt x="0" y="0"/>
                </a:moveTo>
                <a:lnTo>
                  <a:pt x="15172973" y="0"/>
                </a:lnTo>
                <a:lnTo>
                  <a:pt x="15172973" y="7172678"/>
                </a:lnTo>
                <a:lnTo>
                  <a:pt x="0" y="7172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890" t="-48735" r="-16823" b="-3533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8359" y="272440"/>
            <a:ext cx="11753728" cy="110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9"/>
              </a:lnSpc>
              <a:spcBef>
                <a:spcPct val="0"/>
              </a:spcBef>
            </a:pPr>
            <a:r>
              <a:rPr lang="en-US" sz="6399" b="1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</a:t>
            </a:r>
            <a:r>
              <a:rPr lang="en-US" sz="6399" b="1" u="none" strike="noStrik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lementation Details</a:t>
            </a:r>
          </a:p>
        </p:txBody>
      </p:sp>
      <p:sp>
        <p:nvSpPr>
          <p:cNvPr id="9" name="Freeform 9"/>
          <p:cNvSpPr/>
          <p:nvPr/>
        </p:nvSpPr>
        <p:spPr>
          <a:xfrm>
            <a:off x="17359030" y="6202886"/>
            <a:ext cx="727680" cy="4653765"/>
          </a:xfrm>
          <a:custGeom>
            <a:avLst/>
            <a:gdLst/>
            <a:ahLst/>
            <a:cxnLst/>
            <a:rect l="l" t="t" r="r" b="b"/>
            <a:pathLst>
              <a:path w="727680" h="4653765">
                <a:moveTo>
                  <a:pt x="0" y="0"/>
                </a:moveTo>
                <a:lnTo>
                  <a:pt x="727680" y="0"/>
                </a:lnTo>
                <a:lnTo>
                  <a:pt x="727680" y="4653766"/>
                </a:lnTo>
                <a:lnTo>
                  <a:pt x="0" y="4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269855" y="9611878"/>
            <a:ext cx="766457" cy="4901760"/>
          </a:xfrm>
          <a:custGeom>
            <a:avLst/>
            <a:gdLst/>
            <a:ahLst/>
            <a:cxnLst/>
            <a:rect l="l" t="t" r="r" b="b"/>
            <a:pathLst>
              <a:path w="766457" h="4901760">
                <a:moveTo>
                  <a:pt x="0" y="0"/>
                </a:moveTo>
                <a:lnTo>
                  <a:pt x="766457" y="0"/>
                </a:lnTo>
                <a:lnTo>
                  <a:pt x="766457" y="4901761"/>
                </a:lnTo>
                <a:lnTo>
                  <a:pt x="0" y="4901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7269855" y="5302980"/>
            <a:ext cx="766457" cy="4901760"/>
          </a:xfrm>
          <a:custGeom>
            <a:avLst/>
            <a:gdLst/>
            <a:ahLst/>
            <a:cxnLst/>
            <a:rect l="l" t="t" r="r" b="b"/>
            <a:pathLst>
              <a:path w="766457" h="4901760">
                <a:moveTo>
                  <a:pt x="0" y="0"/>
                </a:moveTo>
                <a:lnTo>
                  <a:pt x="766457" y="0"/>
                </a:lnTo>
                <a:lnTo>
                  <a:pt x="766457" y="4901761"/>
                </a:lnTo>
                <a:lnTo>
                  <a:pt x="0" y="4901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7269855" y="2143618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4114800"/>
                </a:moveTo>
                <a:lnTo>
                  <a:pt x="4472609" y="4114800"/>
                </a:lnTo>
                <a:lnTo>
                  <a:pt x="447260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0976007" y="9611878"/>
            <a:ext cx="766457" cy="4901760"/>
          </a:xfrm>
          <a:custGeom>
            <a:avLst/>
            <a:gdLst/>
            <a:ahLst/>
            <a:cxnLst/>
            <a:rect l="l" t="t" r="r" b="b"/>
            <a:pathLst>
              <a:path w="766457" h="4901760">
                <a:moveTo>
                  <a:pt x="0" y="0"/>
                </a:moveTo>
                <a:lnTo>
                  <a:pt x="766457" y="0"/>
                </a:lnTo>
                <a:lnTo>
                  <a:pt x="766457" y="4901761"/>
                </a:lnTo>
                <a:lnTo>
                  <a:pt x="0" y="4901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0976007" y="5302980"/>
            <a:ext cx="766457" cy="4901760"/>
          </a:xfrm>
          <a:custGeom>
            <a:avLst/>
            <a:gdLst/>
            <a:ahLst/>
            <a:cxnLst/>
            <a:rect l="l" t="t" r="r" b="b"/>
            <a:pathLst>
              <a:path w="766457" h="4901760">
                <a:moveTo>
                  <a:pt x="0" y="0"/>
                </a:moveTo>
                <a:lnTo>
                  <a:pt x="766457" y="0"/>
                </a:lnTo>
                <a:lnTo>
                  <a:pt x="766457" y="4901761"/>
                </a:lnTo>
                <a:lnTo>
                  <a:pt x="0" y="4901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5400000">
            <a:off x="10736150" y="7789366"/>
            <a:ext cx="1340943" cy="134094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B45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0736150" y="4917475"/>
            <a:ext cx="1340943" cy="134094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1C0D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6938672" y="4534247"/>
            <a:ext cx="1340943" cy="134094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B45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5400000">
            <a:off x="11023393" y="5204718"/>
            <a:ext cx="766457" cy="766457"/>
          </a:xfrm>
          <a:custGeom>
            <a:avLst/>
            <a:gdLst/>
            <a:ahLst/>
            <a:cxnLst/>
            <a:rect l="l" t="t" r="r" b="b"/>
            <a:pathLst>
              <a:path w="766457" h="766457">
                <a:moveTo>
                  <a:pt x="0" y="0"/>
                </a:moveTo>
                <a:lnTo>
                  <a:pt x="766457" y="0"/>
                </a:lnTo>
                <a:lnTo>
                  <a:pt x="766457" y="766457"/>
                </a:lnTo>
                <a:lnTo>
                  <a:pt x="0" y="7664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>
            <a:off x="10976007" y="8076609"/>
            <a:ext cx="766457" cy="766457"/>
          </a:xfrm>
          <a:custGeom>
            <a:avLst/>
            <a:gdLst/>
            <a:ahLst/>
            <a:cxnLst/>
            <a:rect l="l" t="t" r="r" b="b"/>
            <a:pathLst>
              <a:path w="766457" h="766457">
                <a:moveTo>
                  <a:pt x="0" y="0"/>
                </a:moveTo>
                <a:lnTo>
                  <a:pt x="766457" y="0"/>
                </a:lnTo>
                <a:lnTo>
                  <a:pt x="766457" y="766457"/>
                </a:lnTo>
                <a:lnTo>
                  <a:pt x="0" y="7664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>
            <a:off x="7208067" y="4827706"/>
            <a:ext cx="802153" cy="754024"/>
          </a:xfrm>
          <a:custGeom>
            <a:avLst/>
            <a:gdLst/>
            <a:ahLst/>
            <a:cxnLst/>
            <a:rect l="l" t="t" r="r" b="b"/>
            <a:pathLst>
              <a:path w="802153" h="754024">
                <a:moveTo>
                  <a:pt x="0" y="0"/>
                </a:moveTo>
                <a:lnTo>
                  <a:pt x="802152" y="0"/>
                </a:lnTo>
                <a:lnTo>
                  <a:pt x="802152" y="754024"/>
                </a:lnTo>
                <a:lnTo>
                  <a:pt x="0" y="7540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88399" y="3638959"/>
            <a:ext cx="5837516" cy="47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4813" lvl="1" indent="-287406" algn="ctr">
              <a:lnSpc>
                <a:spcPts val="3727"/>
              </a:lnSpc>
              <a:spcBef>
                <a:spcPct val="0"/>
              </a:spcBef>
              <a:buFont typeface="Arial"/>
              <a:buChar char="•"/>
            </a:pPr>
            <a:r>
              <a:rPr lang="en-US" sz="2662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Centralized tour coordination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4180" y="8918434"/>
            <a:ext cx="5681878" cy="84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9729" lvl="1" indent="-259865" algn="ctr">
              <a:lnSpc>
                <a:spcPts val="3370"/>
              </a:lnSpc>
              <a:buFont typeface="Arial"/>
              <a:buChar char="•"/>
            </a:pPr>
            <a:r>
              <a:rPr lang="en-US" sz="2407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Faster communication between</a:t>
            </a:r>
          </a:p>
          <a:p>
            <a:pPr algn="ctr">
              <a:lnSpc>
                <a:spcPts val="3370"/>
              </a:lnSpc>
              <a:spcBef>
                <a:spcPct val="0"/>
              </a:spcBef>
            </a:pPr>
            <a:r>
              <a:rPr lang="en-US" sz="2407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 guides and participants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77093" y="2641582"/>
            <a:ext cx="5031765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ctr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identification of missing participants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6195" y="512427"/>
            <a:ext cx="16186691" cy="198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9"/>
              </a:lnSpc>
              <a:spcBef>
                <a:spcPct val="0"/>
              </a:spcBef>
            </a:pPr>
            <a:r>
              <a:rPr lang="en-US" sz="6399" b="1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Expected Outcomes and Future S</a:t>
            </a:r>
            <a:r>
              <a:rPr lang="en-US" sz="6399" b="1" u="none" strike="noStrike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cope</a:t>
            </a:r>
          </a:p>
          <a:p>
            <a:pPr marL="0" lvl="0" indent="0" algn="l">
              <a:lnSpc>
                <a:spcPts val="7039"/>
              </a:lnSpc>
              <a:spcBef>
                <a:spcPct val="0"/>
              </a:spcBef>
            </a:pPr>
            <a:endParaRPr lang="en-US" sz="6399" b="1" u="none" strike="noStrike">
              <a:solidFill>
                <a:srgbClr val="1D1D1B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28700" y="7426497"/>
            <a:ext cx="5837516" cy="44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1634" lvl="1" indent="-265817" algn="ctr">
              <a:lnSpc>
                <a:spcPts val="3447"/>
              </a:lnSpc>
              <a:spcBef>
                <a:spcPct val="0"/>
              </a:spcBef>
              <a:buFont typeface="Arial"/>
              <a:buChar char="•"/>
            </a:pPr>
            <a:r>
              <a:rPr lang="en-US" sz="2462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Accurate digital attendance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8725" y="5325282"/>
            <a:ext cx="5031765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ctr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Improved emergency response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20371" y="8021477"/>
            <a:ext cx="5031765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ctr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Reduced manual effort for organizers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77093" y="5325282"/>
            <a:ext cx="5885753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ctr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b="1">
                <a:solidFill>
                  <a:srgbClr val="1D1D1B"/>
                </a:solidFill>
                <a:latin typeface="Poppins Bold"/>
                <a:ea typeface="Poppins Bold"/>
                <a:cs typeface="Poppins Bold"/>
                <a:sym typeface="Poppins Bold"/>
              </a:rPr>
              <a:t>Safer and more organized tour experiences</a:t>
            </a:r>
          </a:p>
        </p:txBody>
      </p:sp>
      <p:grpSp>
        <p:nvGrpSpPr>
          <p:cNvPr id="27" name="Group 27"/>
          <p:cNvGrpSpPr/>
          <p:nvPr/>
        </p:nvGrpSpPr>
        <p:grpSpPr>
          <a:xfrm rot="5400000">
            <a:off x="10305535" y="2461966"/>
            <a:ext cx="1340943" cy="134094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B45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5400000">
            <a:off x="7402927" y="2461966"/>
            <a:ext cx="1340943" cy="1340943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1C0D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7025915" y="6991843"/>
            <a:ext cx="1340943" cy="1340943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1C0D"/>
            </a:solidFill>
            <a:ln cap="sq">
              <a:noFill/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 rot="5400000">
            <a:off x="6986058" y="8985109"/>
            <a:ext cx="1340943" cy="1340943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B45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 rot="5400000">
            <a:off x="7225915" y="9272352"/>
            <a:ext cx="766457" cy="766457"/>
          </a:xfrm>
          <a:custGeom>
            <a:avLst/>
            <a:gdLst/>
            <a:ahLst/>
            <a:cxnLst/>
            <a:rect l="l" t="t" r="r" b="b"/>
            <a:pathLst>
              <a:path w="766457" h="766457">
                <a:moveTo>
                  <a:pt x="0" y="0"/>
                </a:moveTo>
                <a:lnTo>
                  <a:pt x="766457" y="0"/>
                </a:lnTo>
                <a:lnTo>
                  <a:pt x="766457" y="766457"/>
                </a:lnTo>
                <a:lnTo>
                  <a:pt x="0" y="7664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 rot="5400000">
            <a:off x="7236428" y="7313026"/>
            <a:ext cx="766457" cy="766457"/>
          </a:xfrm>
          <a:custGeom>
            <a:avLst/>
            <a:gdLst/>
            <a:ahLst/>
            <a:cxnLst/>
            <a:rect l="l" t="t" r="r" b="b"/>
            <a:pathLst>
              <a:path w="766457" h="766457">
                <a:moveTo>
                  <a:pt x="0" y="0"/>
                </a:moveTo>
                <a:lnTo>
                  <a:pt x="766457" y="0"/>
                </a:lnTo>
                <a:lnTo>
                  <a:pt x="766457" y="766457"/>
                </a:lnTo>
                <a:lnTo>
                  <a:pt x="0" y="7664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 rot="5400000">
            <a:off x="7653084" y="2708257"/>
            <a:ext cx="766457" cy="766457"/>
          </a:xfrm>
          <a:custGeom>
            <a:avLst/>
            <a:gdLst/>
            <a:ahLst/>
            <a:cxnLst/>
            <a:rect l="l" t="t" r="r" b="b"/>
            <a:pathLst>
              <a:path w="766457" h="766457">
                <a:moveTo>
                  <a:pt x="0" y="0"/>
                </a:moveTo>
                <a:lnTo>
                  <a:pt x="766457" y="0"/>
                </a:lnTo>
                <a:lnTo>
                  <a:pt x="766457" y="766457"/>
                </a:lnTo>
                <a:lnTo>
                  <a:pt x="0" y="7664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 rot="5400000">
            <a:off x="10549899" y="2857148"/>
            <a:ext cx="766457" cy="766457"/>
          </a:xfrm>
          <a:custGeom>
            <a:avLst/>
            <a:gdLst/>
            <a:ahLst/>
            <a:cxnLst/>
            <a:rect l="l" t="t" r="r" b="b"/>
            <a:pathLst>
              <a:path w="766457" h="766457">
                <a:moveTo>
                  <a:pt x="0" y="0"/>
                </a:moveTo>
                <a:lnTo>
                  <a:pt x="766457" y="0"/>
                </a:lnTo>
                <a:lnTo>
                  <a:pt x="766457" y="766457"/>
                </a:lnTo>
                <a:lnTo>
                  <a:pt x="0" y="7664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6522438" y="-3245821"/>
            <a:ext cx="3234689" cy="20686962"/>
          </a:xfrm>
          <a:custGeom>
            <a:avLst/>
            <a:gdLst/>
            <a:ahLst/>
            <a:cxnLst/>
            <a:rect l="l" t="t" r="r" b="b"/>
            <a:pathLst>
              <a:path w="3234689" h="20686962">
                <a:moveTo>
                  <a:pt x="0" y="0"/>
                </a:moveTo>
                <a:lnTo>
                  <a:pt x="3234688" y="0"/>
                </a:lnTo>
                <a:lnTo>
                  <a:pt x="3234688" y="20686962"/>
                </a:lnTo>
                <a:lnTo>
                  <a:pt x="0" y="2068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4953000" y="3619500"/>
            <a:ext cx="8395826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502"/>
              </a:lnSpc>
              <a:spcBef>
                <a:spcPct val="0"/>
              </a:spcBef>
            </a:pPr>
            <a:r>
              <a:rPr lang="en-US" sz="10457" b="1" dirty="0">
                <a:solidFill>
                  <a:srgbClr val="1D1D1B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166</Words>
  <Application>Microsoft Office PowerPoint</Application>
  <PresentationFormat>Custom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Agrandir</vt:lpstr>
      <vt:lpstr>Agrandir Bold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oad</dc:title>
  <cp:lastModifiedBy>Mo Feroz</cp:lastModifiedBy>
  <cp:revision>2</cp:revision>
  <dcterms:created xsi:type="dcterms:W3CDTF">2006-08-16T00:00:00Z</dcterms:created>
  <dcterms:modified xsi:type="dcterms:W3CDTF">2026-08-04T01:50:15Z</dcterms:modified>
  <dc:identifier>DAHQ7Wcn9hs</dc:identifier>
</cp:coreProperties>
</file>